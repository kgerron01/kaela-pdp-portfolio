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68" r:id="rId4"/>
    <p:sldId id="269" r:id="rId5"/>
    <p:sldId id="270" r:id="rId6"/>
    <p:sldId id="258" r:id="rId7"/>
    <p:sldId id="264" r:id="rId8"/>
    <p:sldId id="267"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5000"/>
  </p:normalViewPr>
  <p:slideViewPr>
    <p:cSldViewPr snapToGrid="0" snapToObjects="1">
      <p:cViewPr varScale="1">
        <p:scale>
          <a:sx n="93" d="100"/>
          <a:sy n="93" d="100"/>
        </p:scale>
        <p:origin x="2744"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79BC17-2371-8943-A7E7-E79EAD4107E9}" type="datetimeFigureOut">
              <a:rPr lang="en-US" smtClean="0"/>
              <a:t>5/10/26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0795D5-08F8-8447-99A5-5DC832E54CE1}" type="slidenum">
              <a:rPr lang="en-US" smtClean="0"/>
              <a:t>‹#›</a:t>
            </a:fld>
            <a:endParaRPr lang="en-US"/>
          </a:p>
        </p:txBody>
      </p:sp>
    </p:spTree>
    <p:extLst>
      <p:ext uri="{BB962C8B-B14F-4D97-AF65-F5344CB8AC3E}">
        <p14:creationId xmlns:p14="http://schemas.microsoft.com/office/powerpoint/2010/main" val="1694155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Who Am I? Links to an external site.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section is about revealing your authentic self, as you have researched this semester: who you are at your core and how you've grown during college.</a:t>
            </a:r>
          </a:p>
          <a:p>
            <a:r>
              <a:rPr lang="en-US" sz="1200" kern="1200" dirty="0">
                <a:solidFill>
                  <a:schemeClr val="tx1"/>
                </a:solidFill>
                <a:effectLst/>
                <a:latin typeface="+mn-lt"/>
                <a:ea typeface="+mn-ea"/>
                <a:cs typeface="+mn-cs"/>
              </a:rPr>
              <a:t>Reflect on your strengths, values, energies, and interests as explored in this course.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Show how your identity has evolved through your college experience.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section should show the world who you are, in a deep and meaningful way, and also how you have grown in your college experience.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Using what you learned from the self-discovery in this course, describe what truly makes you unique!</a:t>
            </a:r>
          </a:p>
        </p:txBody>
      </p:sp>
      <p:sp>
        <p:nvSpPr>
          <p:cNvPr id="4" name="Slide Number Placeholder 3"/>
          <p:cNvSpPr>
            <a:spLocks noGrp="1"/>
          </p:cNvSpPr>
          <p:nvPr>
            <p:ph type="sldNum" sz="quarter" idx="5"/>
          </p:nvPr>
        </p:nvSpPr>
        <p:spPr/>
        <p:txBody>
          <a:bodyPr/>
          <a:lstStyle/>
          <a:p>
            <a:fld id="{210795D5-08F8-8447-99A5-5DC832E54CE1}" type="slidenum">
              <a:rPr lang="en-US" smtClean="0"/>
              <a:t>1</a:t>
            </a:fld>
            <a:endParaRPr lang="en-US"/>
          </a:p>
        </p:txBody>
      </p:sp>
    </p:spTree>
    <p:extLst>
      <p:ext uri="{BB962C8B-B14F-4D97-AF65-F5344CB8AC3E}">
        <p14:creationId xmlns:p14="http://schemas.microsoft.com/office/powerpoint/2010/main" val="1529125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is your journey map: a look back at the experiences that shaped you throughout your college experience.</a:t>
            </a:r>
          </a:p>
          <a:p>
            <a:r>
              <a:rPr lang="en-US" sz="1200" kern="1200" dirty="0">
                <a:solidFill>
                  <a:schemeClr val="tx1"/>
                </a:solidFill>
                <a:effectLst/>
                <a:latin typeface="+mn-lt"/>
                <a:ea typeface="+mn-ea"/>
                <a:cs typeface="+mn-cs"/>
              </a:rPr>
              <a:t>✨ Highlight key college experiences that reflect your strengths and how you’ll build on them. What can you do moving forward to build on your strengths in your life and work? How do they fit your own compass?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Share a moment that revealed your values and how they guide your future. What can you do to further express your values in your life and work? How do they point a way forward for you?</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Describe a significant “aha” moment of growth or realization.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Reflect on how you’ve developed trust in your ability to grow and learn.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Include examples of your best academic or creative work—projects, papers, or assignments.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Based on course concepts, class discussion, written reflections, and practice, how have you developed trust in your capacity to learn, grow and develop? Share examples.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did you gain from your college experience as a person, a student, a citizen and a professional? Consider the wide range of ways that attending college has contributed to various aspects of your life.</a:t>
            </a:r>
          </a:p>
          <a:p>
            <a:endParaRPr lang="en-US" dirty="0"/>
          </a:p>
        </p:txBody>
      </p:sp>
      <p:sp>
        <p:nvSpPr>
          <p:cNvPr id="4" name="Slide Number Placeholder 3"/>
          <p:cNvSpPr>
            <a:spLocks noGrp="1"/>
          </p:cNvSpPr>
          <p:nvPr>
            <p:ph type="sldNum" sz="quarter" idx="5"/>
          </p:nvPr>
        </p:nvSpPr>
        <p:spPr/>
        <p:txBody>
          <a:bodyPr/>
          <a:lstStyle/>
          <a:p>
            <a:fld id="{210795D5-08F8-8447-99A5-5DC832E54CE1}" type="slidenum">
              <a:rPr lang="en-US" smtClean="0"/>
              <a:t>2</a:t>
            </a:fld>
            <a:endParaRPr lang="en-US"/>
          </a:p>
        </p:txBody>
      </p:sp>
    </p:spTree>
    <p:extLst>
      <p:ext uri="{BB962C8B-B14F-4D97-AF65-F5344CB8AC3E}">
        <p14:creationId xmlns:p14="http://schemas.microsoft.com/office/powerpoint/2010/main" val="3391240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section is your launchpad for prototyping and iterating your life and career designs. Share your career &amp; life designs here!</a:t>
            </a:r>
          </a:p>
          <a:p>
            <a:r>
              <a:rPr lang="en-US" sz="1200" kern="1200" dirty="0">
                <a:solidFill>
                  <a:schemeClr val="tx1"/>
                </a:solidFill>
                <a:effectLst/>
                <a:latin typeface="+mn-lt"/>
                <a:ea typeface="+mn-ea"/>
                <a:cs typeface="+mn-cs"/>
              </a:rPr>
              <a:t>What directions would you like your self-discovery to go from here?</a:t>
            </a:r>
          </a:p>
          <a:p>
            <a:endParaRPr lang="en-US" dirty="0"/>
          </a:p>
        </p:txBody>
      </p:sp>
      <p:sp>
        <p:nvSpPr>
          <p:cNvPr id="4" name="Slide Number Placeholder 3"/>
          <p:cNvSpPr>
            <a:spLocks noGrp="1"/>
          </p:cNvSpPr>
          <p:nvPr>
            <p:ph type="sldNum" sz="quarter" idx="5"/>
          </p:nvPr>
        </p:nvSpPr>
        <p:spPr/>
        <p:txBody>
          <a:bodyPr/>
          <a:lstStyle/>
          <a:p>
            <a:fld id="{210795D5-08F8-8447-99A5-5DC832E54CE1}" type="slidenum">
              <a:rPr lang="en-US" smtClean="0"/>
              <a:t>3</a:t>
            </a:fld>
            <a:endParaRPr lang="en-US"/>
          </a:p>
        </p:txBody>
      </p:sp>
    </p:spTree>
    <p:extLst>
      <p:ext uri="{BB962C8B-B14F-4D97-AF65-F5344CB8AC3E}">
        <p14:creationId xmlns:p14="http://schemas.microsoft.com/office/powerpoint/2010/main" val="1492487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Share your Personal Mission Statement—your “why.”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Include your Personal Vision Statement—your “how.”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These statements should reflect your purpose and direction.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Include a refined draft of either or both of these in your final project in some way of your choosing to showcase your intentions and purpose - this is important!</a:t>
            </a:r>
            <a:r>
              <a:rPr lang="en-US" dirty="0">
                <a:effectLst/>
              </a:rPr>
              <a:t> </a:t>
            </a:r>
          </a:p>
        </p:txBody>
      </p:sp>
      <p:sp>
        <p:nvSpPr>
          <p:cNvPr id="4" name="Slide Number Placeholder 3"/>
          <p:cNvSpPr>
            <a:spLocks noGrp="1"/>
          </p:cNvSpPr>
          <p:nvPr>
            <p:ph type="sldNum" sz="quarter" idx="5"/>
          </p:nvPr>
        </p:nvSpPr>
        <p:spPr/>
        <p:txBody>
          <a:bodyPr/>
          <a:lstStyle/>
          <a:p>
            <a:fld id="{210795D5-08F8-8447-99A5-5DC832E54CE1}" type="slidenum">
              <a:rPr lang="en-US" smtClean="0"/>
              <a:t>4</a:t>
            </a:fld>
            <a:endParaRPr lang="en-US"/>
          </a:p>
        </p:txBody>
      </p:sp>
    </p:spTree>
    <p:extLst>
      <p:ext uri="{BB962C8B-B14F-4D97-AF65-F5344CB8AC3E}">
        <p14:creationId xmlns:p14="http://schemas.microsoft.com/office/powerpoint/2010/main" val="3454498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future academic, intellectual, and personal goals have you considered pursuing? What pathways (e.g., degrees, licensing, certification, training, personal inquiry) might help you reach those goals?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questions will you pursue? What areas of personal growth will you explore?</a:t>
            </a:r>
          </a:p>
        </p:txBody>
      </p:sp>
      <p:sp>
        <p:nvSpPr>
          <p:cNvPr id="4" name="Slide Number Placeholder 3"/>
          <p:cNvSpPr>
            <a:spLocks noGrp="1"/>
          </p:cNvSpPr>
          <p:nvPr>
            <p:ph type="sldNum" sz="quarter" idx="5"/>
          </p:nvPr>
        </p:nvSpPr>
        <p:spPr/>
        <p:txBody>
          <a:bodyPr/>
          <a:lstStyle/>
          <a:p>
            <a:fld id="{210795D5-08F8-8447-99A5-5DC832E54CE1}" type="slidenum">
              <a:rPr lang="en-US" smtClean="0"/>
              <a:t>5</a:t>
            </a:fld>
            <a:endParaRPr lang="en-US"/>
          </a:p>
        </p:txBody>
      </p:sp>
    </p:spTree>
    <p:extLst>
      <p:ext uri="{BB962C8B-B14F-4D97-AF65-F5344CB8AC3E}">
        <p14:creationId xmlns:p14="http://schemas.microsoft.com/office/powerpoint/2010/main" val="788359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Describe career paths that align with your VISE and what you have figured-out this semester through your design activities.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Explain your thinking and designs clearly so others can understand your direction, in the context of their self-concordance. Recall that self-concordance is about the degree to which your path and choices are consistent with who you are in a deep way, and your developing interests and values.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Reflect on how your career exploration this semester has shaped your goals and designs for the future.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Share your multiple possible futures and how you plan to iterate them via prototyping.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section should include a design for career(s) that is self-concordant, congruent to your life design.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Write it in way that you would be proud to share with anyone to showcase as a map or compass for what you will be navigating next.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Present your current thinking and research about your career goals, especially as a result of the reading, discussion and reflections from this course.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Feel free to reflect and apply any of your learning from career exploration this semester.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Plan multiple lives in this portfolio - sometimes that works best here - and it is okay to have refined your direction but not know exactly what path you will take from here, but you must detail some possible careers for you and how you will pursue them.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careers or career moves are you considering? Give examples of how this matches your interests, strengths, skills, and personal qualities. You can draw from your career exercises in this class.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did the self-discovery we did in this class reveal to help in your career path?</a:t>
            </a:r>
          </a:p>
        </p:txBody>
      </p:sp>
      <p:sp>
        <p:nvSpPr>
          <p:cNvPr id="4" name="Slide Number Placeholder 3"/>
          <p:cNvSpPr>
            <a:spLocks noGrp="1"/>
          </p:cNvSpPr>
          <p:nvPr>
            <p:ph type="sldNum" sz="quarter" idx="5"/>
          </p:nvPr>
        </p:nvSpPr>
        <p:spPr/>
        <p:txBody>
          <a:bodyPr/>
          <a:lstStyle/>
          <a:p>
            <a:fld id="{210795D5-08F8-8447-99A5-5DC832E54CE1}" type="slidenum">
              <a:rPr lang="en-US" smtClean="0"/>
              <a:t>6</a:t>
            </a:fld>
            <a:endParaRPr lang="en-US"/>
          </a:p>
        </p:txBody>
      </p:sp>
    </p:spTree>
    <p:extLst>
      <p:ext uri="{BB962C8B-B14F-4D97-AF65-F5344CB8AC3E}">
        <p14:creationId xmlns:p14="http://schemas.microsoft.com/office/powerpoint/2010/main" val="672357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0795D5-08F8-8447-99A5-5DC832E54CE1}" type="slidenum">
              <a:rPr lang="en-US" smtClean="0"/>
              <a:t>7</a:t>
            </a:fld>
            <a:endParaRPr lang="en-US"/>
          </a:p>
        </p:txBody>
      </p:sp>
    </p:spTree>
    <p:extLst>
      <p:ext uri="{BB962C8B-B14F-4D97-AF65-F5344CB8AC3E}">
        <p14:creationId xmlns:p14="http://schemas.microsoft.com/office/powerpoint/2010/main" val="917198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0795D5-08F8-8447-99A5-5DC832E54CE1}" type="slidenum">
              <a:rPr lang="en-US" smtClean="0"/>
              <a:t>8</a:t>
            </a:fld>
            <a:endParaRPr lang="en-US"/>
          </a:p>
        </p:txBody>
      </p:sp>
    </p:spTree>
    <p:extLst>
      <p:ext uri="{BB962C8B-B14F-4D97-AF65-F5344CB8AC3E}">
        <p14:creationId xmlns:p14="http://schemas.microsoft.com/office/powerpoint/2010/main" val="3789663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 am I</a:t>
            </a:r>
            <a:endParaRPr dirty="0"/>
          </a:p>
        </p:txBody>
      </p:sp>
      <p:sp>
        <p:nvSpPr>
          <p:cNvPr id="3" name="Content Placeholder 2"/>
          <p:cNvSpPr>
            <a:spLocks noGrp="1"/>
          </p:cNvSpPr>
          <p:nvPr>
            <p:ph idx="1"/>
          </p:nvPr>
        </p:nvSpPr>
        <p:spPr/>
        <p:txBody>
          <a:bodyPr>
            <a:normAutofit lnSpcReduction="10000"/>
          </a:bodyPr>
          <a:lstStyle/>
          <a:p>
            <a:pPr marL="0" indent="0">
              <a:buNone/>
            </a:pPr>
            <a:r>
              <a:rPr lang="en-US" dirty="0"/>
              <a:t>My name is Kaela Gerron. I am happily married to Reggie, mom of 4, grandmother of 4 and live in Westfield, IN. Currently I am Senior IT Business Analyst for a local Financial Services firm in Indianapolis, IN. My hobbies include traveling, camping, singing in the choir and creating songs. My major started as Computer programming but over the years, with the experienced I gain in my IT roles and several gap years, it changed to General Studies.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did I get here?</a:t>
            </a:r>
            <a:endParaRPr dirty="0"/>
          </a:p>
        </p:txBody>
      </p:sp>
      <p:sp>
        <p:nvSpPr>
          <p:cNvPr id="3" name="Content Placeholder 2"/>
          <p:cNvSpPr>
            <a:spLocks noGrp="1"/>
          </p:cNvSpPr>
          <p:nvPr>
            <p:ph idx="1"/>
          </p:nvPr>
        </p:nvSpPr>
        <p:spPr/>
        <p:txBody>
          <a:bodyPr>
            <a:normAutofit fontScale="47500" lnSpcReduction="20000"/>
          </a:bodyPr>
          <a:lstStyle/>
          <a:p>
            <a:r>
              <a:rPr lang="en-US" dirty="0"/>
              <a:t>My college journey was anything but traditional. Right after high school, I became pregnant with my first son. I graduated with honors and once dreamed of attending Georgia Tech for engineering, but life changed quickly. I enrolled at the University of Louisville while raising a newborn, but balancing school, work, and motherhood became overwhelming, and I eventually dropped out to work full time.</a:t>
            </a:r>
          </a:p>
          <a:p>
            <a:r>
              <a:rPr lang="en-US" dirty="0"/>
              <a:t>For years, I started and stopped college while trying to build stability for my family. I worked different jobs, raised three sons, bought my first home, and even earned a real estate license for a short time. Although I often felt behind, I never fully gave up on education. Every time I was denied an opportunity because I lacked a degree, it motivated me to try again.</a:t>
            </a:r>
          </a:p>
          <a:p>
            <a:r>
              <a:rPr lang="en-US" dirty="0"/>
              <a:t>My experiences taught me resilience and adaptability. I faced layoffs, financial struggles, and the challenges of balancing school with motherhood and full-time work. At times, I questioned whether finishing college was even possible. However, each setback pushed me to rethink my path rather than quit entirely.</a:t>
            </a:r>
          </a:p>
          <a:p>
            <a:r>
              <a:rPr lang="en-US" dirty="0"/>
              <a:t>Today, after years of determination, I am finally nearing graduation while working in technology and business analysis. My journey has shaped me into someone who values perseverance, growth, and purpose. I now understand that success is not always a straight line, and sometimes the longest journeys teach the greatest lessons.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BAD3B-9B4A-45F6-01DE-DC76A4DC999E}"/>
              </a:ext>
            </a:extLst>
          </p:cNvPr>
          <p:cNvSpPr>
            <a:spLocks noGrp="1"/>
          </p:cNvSpPr>
          <p:nvPr>
            <p:ph type="title"/>
          </p:nvPr>
        </p:nvSpPr>
        <p:spPr/>
        <p:txBody>
          <a:bodyPr/>
          <a:lstStyle/>
          <a:p>
            <a:r>
              <a:rPr lang="en-US" dirty="0"/>
              <a:t>Where Am I going?</a:t>
            </a:r>
          </a:p>
        </p:txBody>
      </p:sp>
      <p:sp>
        <p:nvSpPr>
          <p:cNvPr id="3" name="Content Placeholder 2">
            <a:extLst>
              <a:ext uri="{FF2B5EF4-FFF2-40B4-BE49-F238E27FC236}">
                <a16:creationId xmlns:a16="http://schemas.microsoft.com/office/drawing/2014/main" id="{AA255E5B-A0C7-D115-659E-0FF050E0861C}"/>
              </a:ext>
            </a:extLst>
          </p:cNvPr>
          <p:cNvSpPr>
            <a:spLocks noGrp="1"/>
          </p:cNvSpPr>
          <p:nvPr>
            <p:ph idx="1"/>
          </p:nvPr>
        </p:nvSpPr>
        <p:spPr/>
        <p:txBody>
          <a:bodyPr>
            <a:normAutofit fontScale="47500" lnSpcReduction="20000"/>
          </a:bodyPr>
          <a:lstStyle/>
          <a:p>
            <a:r>
              <a:rPr lang="en-US" dirty="0"/>
              <a:t>As I continue my self-discovery journey, I want to focus on building a life that feels meaningful, balanced, and aligned with who I truly am. Looking back at my experiences, I realize that I have spent much of my life surviving, adapting, and pushing through challenges. Now, I want to intentionally create a future centered around freedom, creativity, faith, family, and impact.</a:t>
            </a:r>
          </a:p>
          <a:p>
            <a:r>
              <a:rPr lang="en-US" dirty="0"/>
              <a:t>Through my prototyping and mind map exercises, I discovered that many of my goals connect in ways I did not fully recognize before. I want flexibility over my time, peaceful weekends with family, opportunities to travel, and eventually a lifestyle that allows for RV travel and exploration. At the same time, I want my work to positively affect people’s lives.</a:t>
            </a:r>
          </a:p>
          <a:p>
            <a:r>
              <a:rPr lang="en-US" dirty="0"/>
              <a:t>I am especially interested in combining creativity and problem-solving. For example, I have thought about creating skincare or wellness solutions for people with skin of color because it connects to my own experiences and frustrations. I am also interested in healthcare improvement, leadership, and sharing knowledge through content creation, public speaking, or influencing others in a positive way.</a:t>
            </a:r>
          </a:p>
          <a:p>
            <a:r>
              <a:rPr lang="en-US" dirty="0"/>
              <a:t>Most importantly, I want my future to reflect balance rather than burnout. After years of juggling work, motherhood, finances, and school, I now understand that success is not just about titles or income. I want to continue discovering how to use my experiences, creativity, and resilience to build a life that is both successful and deeply fulfilling.</a:t>
            </a:r>
          </a:p>
          <a:p>
            <a:endParaRPr lang="en-US" dirty="0"/>
          </a:p>
        </p:txBody>
      </p:sp>
    </p:spTree>
    <p:extLst>
      <p:ext uri="{BB962C8B-B14F-4D97-AF65-F5344CB8AC3E}">
        <p14:creationId xmlns:p14="http://schemas.microsoft.com/office/powerpoint/2010/main" val="3085791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06ACE-A65F-08D6-00CC-A1F28DF1E247}"/>
              </a:ext>
            </a:extLst>
          </p:cNvPr>
          <p:cNvSpPr>
            <a:spLocks noGrp="1"/>
          </p:cNvSpPr>
          <p:nvPr>
            <p:ph type="title"/>
          </p:nvPr>
        </p:nvSpPr>
        <p:spPr/>
        <p:txBody>
          <a:bodyPr/>
          <a:lstStyle/>
          <a:p>
            <a:r>
              <a:rPr lang="en-US" dirty="0"/>
              <a:t>Mission &amp; Vision</a:t>
            </a:r>
          </a:p>
        </p:txBody>
      </p:sp>
      <p:sp>
        <p:nvSpPr>
          <p:cNvPr id="3" name="Content Placeholder 2">
            <a:extLst>
              <a:ext uri="{FF2B5EF4-FFF2-40B4-BE49-F238E27FC236}">
                <a16:creationId xmlns:a16="http://schemas.microsoft.com/office/drawing/2014/main" id="{16EF010E-CFD1-8B54-4709-5D27B45679C4}"/>
              </a:ext>
            </a:extLst>
          </p:cNvPr>
          <p:cNvSpPr>
            <a:spLocks noGrp="1"/>
          </p:cNvSpPr>
          <p:nvPr>
            <p:ph idx="1"/>
          </p:nvPr>
        </p:nvSpPr>
        <p:spPr/>
        <p:txBody>
          <a:bodyPr>
            <a:normAutofit fontScale="47500" lnSpcReduction="20000"/>
          </a:bodyPr>
          <a:lstStyle/>
          <a:p>
            <a:r>
              <a:rPr lang="en-US" dirty="0"/>
              <a:t>My mission is to live a life rooted in faith, purpose, growth, and service while creating meaningful experiences for my family and others. Throughout my journey, I have learned that success is not only measured by career titles or financial stability, but by the impact we leave on people’s lives. Becoming a teen mother, overcoming financial struggles, rebuilding my career, and returning to college multiple times taught me resilience, humility, and perseverance. Those experiences shaped my desire to help others while continuing to grow personally and professionally.</a:t>
            </a:r>
          </a:p>
          <a:p>
            <a:r>
              <a:rPr lang="en-US" dirty="0"/>
              <a:t>I believe God created us with purpose, and I want my work and life to reflect values such as integrity, kindness, accountability, and compassion. Whether through leadership in technology, entrepreneurship, skincare and wellness ideas for people with skin of color, or simply encouraging others through my experiences, I want to create solutions that improve people’s lives and inspire growth.</a:t>
            </a:r>
          </a:p>
          <a:p>
            <a:r>
              <a:rPr lang="en-US" dirty="0"/>
              <a:t>My vision for the future is a balanced life where faith, family, creativity, and freedom work together rather than compete against one another. I want work to support my life instead of control it, allowing time for travel, peaceful family moments, community involvement, and continued self-discovery.</a:t>
            </a:r>
          </a:p>
          <a:p>
            <a:r>
              <a:rPr lang="en-US" dirty="0"/>
              <a:t>Ultimately, I hope to leave a legacy of perseverance, leadership, and love. I want my children and future generations to see that even through setbacks and uncertainty, it is possible to build a meaningful life grounded in faith, purpose, and positive impact.</a:t>
            </a:r>
          </a:p>
        </p:txBody>
      </p:sp>
    </p:spTree>
    <p:extLst>
      <p:ext uri="{BB962C8B-B14F-4D97-AF65-F5344CB8AC3E}">
        <p14:creationId xmlns:p14="http://schemas.microsoft.com/office/powerpoint/2010/main" val="448046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EB5C4-8076-FC6D-C7A0-48DA8799F5F9}"/>
              </a:ext>
            </a:extLst>
          </p:cNvPr>
          <p:cNvSpPr>
            <a:spLocks noGrp="1"/>
          </p:cNvSpPr>
          <p:nvPr>
            <p:ph type="title"/>
          </p:nvPr>
        </p:nvSpPr>
        <p:spPr/>
        <p:txBody>
          <a:bodyPr/>
          <a:lstStyle/>
          <a:p>
            <a:r>
              <a:rPr lang="en-US" dirty="0"/>
              <a:t>My Life Pursuit</a:t>
            </a:r>
          </a:p>
        </p:txBody>
      </p:sp>
      <p:sp>
        <p:nvSpPr>
          <p:cNvPr id="3" name="Content Placeholder 2">
            <a:extLst>
              <a:ext uri="{FF2B5EF4-FFF2-40B4-BE49-F238E27FC236}">
                <a16:creationId xmlns:a16="http://schemas.microsoft.com/office/drawing/2014/main" id="{4B7869FE-4BB6-2E21-82FF-07A454AE5918}"/>
              </a:ext>
            </a:extLst>
          </p:cNvPr>
          <p:cNvSpPr>
            <a:spLocks noGrp="1"/>
          </p:cNvSpPr>
          <p:nvPr>
            <p:ph idx="1"/>
          </p:nvPr>
        </p:nvSpPr>
        <p:spPr/>
        <p:txBody>
          <a:bodyPr>
            <a:normAutofit fontScale="47500" lnSpcReduction="20000"/>
          </a:bodyPr>
          <a:lstStyle/>
          <a:p>
            <a:endParaRPr lang="en-US" dirty="0"/>
          </a:p>
          <a:p>
            <a:r>
              <a:rPr lang="en-US" dirty="0"/>
              <a:t>As I think about my future, I see several academic, professional, and personal goals that connect closely to the life I want to build. Academically, I plan to complete my bachelor’s degree and continue learning through certifications, leadership training, and hands-on experience. I am especially interested in Product Management, UX design, Agile leadership, and innovation strategy because they align with my strengths in problem-solving, creativity, and helping improve systems for others.</a:t>
            </a:r>
          </a:p>
          <a:p>
            <a:r>
              <a:rPr lang="en-US" dirty="0"/>
              <a:t>Professionally, I want to continue exploring three possible pathways: becoming a Product Leader, growing my entrepreneurial ventures, or designing a flexible lifestyle that combines remote work, creativity, and travel. These pathways reflect my values of growth, independence, family, and meaningful impact. I also want to continue learning about leadership, communication, design thinking, and business strategy through certifications, mentorship, and real-world experience.</a:t>
            </a:r>
          </a:p>
          <a:p>
            <a:r>
              <a:rPr lang="en-US" dirty="0"/>
              <a:t>Personally, I want to continue exploring questions about balance, purpose, and identity. I want to better understand what type of work truly energizes me long-term and how to build a life that supports both achievement and peace. My tourism assignment unexpectedly inspired my passion for RV travel and lifestyle design, eventually leading my family to purchase our own RV and create memories together.</a:t>
            </a:r>
          </a:p>
          <a:p>
            <a:r>
              <a:rPr lang="en-US" dirty="0"/>
              <a:t>I also want to continue growing spiritually and emotionally as I enter new transitions in life. I’ve learned that change does not have to be feared; it can become an opportunity for growth, creativity, and reinvention.</a:t>
            </a:r>
          </a:p>
          <a:p>
            <a:endParaRPr lang="en-US" dirty="0"/>
          </a:p>
        </p:txBody>
      </p:sp>
    </p:spTree>
    <p:extLst>
      <p:ext uri="{BB962C8B-B14F-4D97-AF65-F5344CB8AC3E}">
        <p14:creationId xmlns:p14="http://schemas.microsoft.com/office/powerpoint/2010/main" val="1991371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Career &amp; Life Designs</a:t>
            </a:r>
            <a:endParaRPr dirty="0"/>
          </a:p>
        </p:txBody>
      </p:sp>
      <p:sp>
        <p:nvSpPr>
          <p:cNvPr id="3" name="Content Placeholder 2"/>
          <p:cNvSpPr>
            <a:spLocks noGrp="1"/>
          </p:cNvSpPr>
          <p:nvPr>
            <p:ph idx="1"/>
          </p:nvPr>
        </p:nvSpPr>
        <p:spPr/>
        <p:txBody>
          <a:bodyPr>
            <a:normAutofit fontScale="47500" lnSpcReduction="20000"/>
          </a:bodyPr>
          <a:lstStyle/>
          <a:p>
            <a:r>
              <a:rPr lang="en-US" dirty="0"/>
              <a:t>My General Studies Capstone class helped me realize that the best career path for me is not just about salary or status, but about self-concordance—choosing a path that deeply aligns with who I am, my values, and the kind of life I want to build. Through the design activities, reflections, and prototyping exercises, I discovered that my strongest career directions all connect to leadership, creativity, strategy, freedom, and meaningful impact.</a:t>
            </a:r>
          </a:p>
          <a:p>
            <a:r>
              <a:rPr lang="en-US" dirty="0"/>
              <a:t>One possible future I see for myself is becoming a Product Leader or Innovation Strategist, where I can use my strengths in problem-solving, communication, and systems thinking to improve experiences for people and organizations. Another path is continuing to grow my entrepreneurial side through my carpet and floor care business and future ventures. I also discovered a strong desire for a flexible, creative lifestyle that blends travel, family, remote work, and content creation.</a:t>
            </a:r>
          </a:p>
          <a:p>
            <a:r>
              <a:rPr lang="en-US" dirty="0"/>
              <a:t>What surprised me most this semester was learning that I do not need to have everything figured out right away. Instead of searching for one perfect answer, I learned how to prototype different possibilities through conversations, experiences, and small experiments. For example, I can explore product leadership by taking on more strategic projects at work while also testing business growth and creative projects outside of work.</a:t>
            </a:r>
          </a:p>
          <a:p>
            <a:r>
              <a:rPr lang="en-US" dirty="0"/>
              <a:t>Most importantly, this self-discovery process revealed that I value balance, purpose, family, faith, creativity, and growth more than traditional definitions of success. My future career path will not just be about what I do for work, but about designing a meaningful life that reflects who I truly am and who I am still becoming.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I’m Building It</a:t>
            </a:r>
          </a:p>
        </p:txBody>
      </p:sp>
      <p:sp>
        <p:nvSpPr>
          <p:cNvPr id="3" name="Content Placeholder 2"/>
          <p:cNvSpPr>
            <a:spLocks noGrp="1"/>
          </p:cNvSpPr>
          <p:nvPr>
            <p:ph idx="1"/>
          </p:nvPr>
        </p:nvSpPr>
        <p:spPr/>
        <p:txBody>
          <a:bodyPr>
            <a:normAutofit fontScale="47500" lnSpcReduction="20000"/>
          </a:bodyPr>
          <a:lstStyle/>
          <a:p>
            <a:r>
              <a:rPr lang="en-US" dirty="0"/>
              <a:t>I am building my future by taking intentional action instead of waiting for everything to feel certain. One of the biggest lessons I learned this semester is that growth happens through experimentation, conversations, and real-life experiences. Rather than trying to predict the perfect path, I am actively prototyping different versions of my future through my career, business, relationships, and personal goals.</a:t>
            </a:r>
          </a:p>
          <a:p>
            <a:r>
              <a:rPr lang="en-US" dirty="0"/>
              <a:t>Through networking conversations with professionals in Product Management, entrepreneurship, and leadership, I gained clarity about what aligns most with my strengths and values. One of the most meaningful conversations was with a Product Owner at my current company, who helped me realize that success in product leadership is less about having the perfect title and more about communication, strategic thinking, and solving problems that improve people’s experiences. That conversation gave me confidence that my background in Business Analysis is already preparing me for the future I want.</a:t>
            </a:r>
          </a:p>
          <a:p>
            <a:r>
              <a:rPr lang="en-US" dirty="0"/>
              <a:t>I am also building my future through action in my current life. I continue growing my carpet and floor care business while taking on more ownership and leadership responsibilities in my technology career. At the same time, I am exploring creative and flexible lifestyle ideas through RV travel, content creation, and personal branding.</a:t>
            </a:r>
          </a:p>
          <a:p>
            <a:r>
              <a:rPr lang="en-US" dirty="0"/>
              <a:t>Another important part of my journey is relationships and community. My network map reminded me that building a meaningful life requires support, collaboration, and learning from others.</a:t>
            </a:r>
          </a:p>
          <a:p>
            <a:r>
              <a:rPr lang="en-US" dirty="0"/>
              <a:t>Most importantly, I am building my future by staying open to growth, trusting the process, and designing a life that aligns with my faith, purpose, creativity, family, and long-term vision.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Final Message</a:t>
            </a:r>
          </a:p>
        </p:txBody>
      </p:sp>
      <p:sp>
        <p:nvSpPr>
          <p:cNvPr id="3" name="Content Placeholder 2"/>
          <p:cNvSpPr>
            <a:spLocks noGrp="1"/>
          </p:cNvSpPr>
          <p:nvPr>
            <p:ph idx="1"/>
          </p:nvPr>
        </p:nvSpPr>
        <p:spPr/>
        <p:txBody>
          <a:bodyPr/>
          <a:lstStyle/>
          <a:p>
            <a:r>
              <a:rPr dirty="0"/>
              <a:t>I’m not just planning my life—I’m designing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9768</TotalTime>
  <Words>2628</Words>
  <Application>Microsoft Macintosh PowerPoint</Application>
  <PresentationFormat>On-screen Show (4:3)</PresentationFormat>
  <Paragraphs>53</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Who am I</vt:lpstr>
      <vt:lpstr>How did I get here?</vt:lpstr>
      <vt:lpstr>Where Am I going?</vt:lpstr>
      <vt:lpstr>Mission &amp; Vision</vt:lpstr>
      <vt:lpstr>My Life Pursuit</vt:lpstr>
      <vt:lpstr>Career &amp; Life Designs</vt:lpstr>
      <vt:lpstr>How I’m Building It</vt:lpstr>
      <vt:lpstr>Final Message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Kaela Gerron</cp:lastModifiedBy>
  <cp:revision>2</cp:revision>
  <dcterms:created xsi:type="dcterms:W3CDTF">2013-01-27T09:14:16Z</dcterms:created>
  <dcterms:modified xsi:type="dcterms:W3CDTF">2026-05-12T00:58:24Z</dcterms:modified>
  <cp:category/>
</cp:coreProperties>
</file>